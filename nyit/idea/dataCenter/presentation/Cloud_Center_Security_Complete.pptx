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Center Security: Enhancing Kubernetes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0000"/>
          </a:bodyPr>
          <a:lstStyle/>
          <a:p>
            <a:r>
              <a:t>Cilium, eBPF, and DDoS Mitigation</a:t>
            </a:r>
          </a:p>
          <a:p>
            <a:r>
              <a:t>Zhijun Jiang</a:t>
            </a:r>
            <a:r>
              <a:rPr lang="en-US"/>
              <a:t> - 1339481</a:t>
            </a:r>
            <a:endParaRPr lang="en-US"/>
          </a:p>
          <a:p>
            <a:r>
              <a:t> NYIT, Vancouver, Canada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</a:p>
          <a:p>
            <a:r>
              <a:t>Kubernetes widely used for container orchestration.</a:t>
            </a:r>
          </a:p>
          <a:p>
            <a:r>
              <a:t>Cloud services are increasingly targeted by DDoS attacks.</a:t>
            </a:r>
          </a:p>
          <a:p>
            <a:r>
              <a:t>Current autoscaling is reactive and lacks traffic differentiation.</a:t>
            </a:r>
          </a:p>
          <a:p>
            <a:r>
              <a:t>Need security-aware, predictive autoscaling.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Reactive scaling triggers on all traffic → may scale up for attacks.</a:t>
            </a:r>
          </a:p>
          <a:p>
            <a:r>
              <a:t>Network and security policies lag behind scaling events.</a:t>
            </a:r>
          </a:p>
          <a:p>
            <a:r>
              <a:t>Observability is fragmented → difficult to detect malicious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4290"/>
            <a:ext cx="8229600" cy="4822190"/>
          </a:xfrm>
        </p:spPr>
        <p:txBody>
          <a:bodyPr>
            <a:normAutofit lnSpcReduction="20000"/>
          </a:bodyPr>
          <a:lstStyle/>
          <a:p/>
          <a:p>
            <a:r>
              <a:t>Enhance Kubernetes autoscaling with security awareness.</a:t>
            </a:r>
          </a:p>
          <a:p>
            <a:r>
              <a:t>Integrate Cilium + eBPF for fast, programmable networking.</a:t>
            </a:r>
          </a:p>
          <a:p>
            <a:r>
              <a:t>Implement DDoS mitigation pipeline.</a:t>
            </a:r>
          </a:p>
          <a:p>
            <a:r>
              <a:t>Enable predictive scaling using ML traffic forecasts.</a:t>
            </a:r>
          </a:p>
          <a:p>
            <a:r>
              <a:t>Provide observability via Hubble + Grafana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708525"/>
          </a:xfrm>
        </p:spPr>
        <p:txBody>
          <a:bodyPr>
            <a:normAutofit lnSpcReduction="10000"/>
          </a:bodyPr>
          <a:lstStyle/>
          <a:p/>
          <a:p>
            <a:r>
              <a:t>Edge Load Balancer / Cloud Scrubber</a:t>
            </a:r>
          </a:p>
          <a:p>
            <a:r>
              <a:t>XDP eBPF pre-filter → drop/rate-limit malicious traffic</a:t>
            </a:r>
          </a:p>
          <a:p>
            <a:r>
              <a:t>Cilium dataplane → enforces L3/L4/L7 policies</a:t>
            </a:r>
          </a:p>
          <a:p>
            <a:r>
              <a:t>Hubble → observability and flow logs</a:t>
            </a:r>
          </a:p>
          <a:p>
            <a:r>
              <a:t>Security-aware autoscaler → ML + Prometheus + policies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708525"/>
          </a:xfrm>
        </p:spPr>
        <p:txBody>
          <a:bodyPr>
            <a:normAutofit lnSpcReduction="20000"/>
          </a:bodyPr>
          <a:lstStyle/>
          <a:p/>
          <a:p>
            <a:r>
              <a:t>XDP / eBPF: Early packet filtering, drops malicious traffic</a:t>
            </a:r>
          </a:p>
          <a:p>
            <a:r>
              <a:t>Cilium: Pod-to-pod networking, policy enforcement</a:t>
            </a:r>
          </a:p>
          <a:p>
            <a:r>
              <a:t>Hubble: Observability, flow logs, metrics</a:t>
            </a:r>
          </a:p>
          <a:p>
            <a:r>
              <a:t>Predictive Autoscaler: Forecast traffic, scale pods securely</a:t>
            </a:r>
          </a:p>
          <a:p>
            <a:r>
              <a:t>DDoS Engine: Attack detection and mitigation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DDoS Mitigation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Traffic enters cluster</a:t>
            </a:r>
          </a:p>
          <a:p>
            <a:r>
              <a:t>2. XDP pre-filter drops attack traffic</a:t>
            </a:r>
          </a:p>
          <a:p>
            <a:r>
              <a:t>3. Cilium enforces network policies</a:t>
            </a:r>
          </a:p>
          <a:p>
            <a:r>
              <a:t>4. Hubble observes flows → alerts DDoS engine</a:t>
            </a:r>
          </a:p>
          <a:p>
            <a:r>
              <a:t>5. Security-aware autoscaler scales only legitimate traffic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Scaling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LSTM-based time series prediction</a:t>
            </a:r>
          </a:p>
          <a:p>
            <a:r>
              <a:t>Input: last 60 time steps of traffic metrics</a:t>
            </a:r>
          </a:p>
          <a:p>
            <a:r>
              <a:t>Output: next 12-step traffic forecast</a:t>
            </a:r>
          </a:p>
          <a:p>
            <a:r>
              <a:t>Integrates with Prometheus metrics and autoscaler</a:t>
            </a:r>
          </a:p>
          <a:p>
            <a:r>
              <a:t>Equation: ŷ_{t+1:t+12} = f(x_{t-59:t})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708525"/>
          </a:xfrm>
        </p:spPr>
        <p:txBody>
          <a:bodyPr>
            <a:normAutofit lnSpcReduction="10000"/>
          </a:bodyPr>
          <a:lstStyle/>
          <a:p/>
          <a:p>
            <a:r>
              <a:t>Real-time security-aware scaling</a:t>
            </a:r>
          </a:p>
          <a:p>
            <a:r>
              <a:t>Fast eBPF-based load balancing via Cilium</a:t>
            </a:r>
          </a:p>
          <a:p>
            <a:r>
              <a:t>Observability: per-pod traffic flow, status code tracking</a:t>
            </a:r>
          </a:p>
          <a:p>
            <a:r>
              <a:t>Predictive: anticipates spikes to avoid overloading</a:t>
            </a:r>
          </a:p>
          <a:p>
            <a:r>
              <a:t>Integrated DDoS mitigation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9220"/>
            <a:ext cx="8229600" cy="4747260"/>
          </a:xfrm>
        </p:spPr>
        <p:txBody>
          <a:bodyPr>
            <a:normAutofit lnSpcReduction="10000"/>
          </a:bodyPr>
          <a:lstStyle/>
          <a:p/>
          <a:p>
            <a:r>
              <a:t>Cluster: AWS EKS, 4 nodes (m5.xlarge)</a:t>
            </a:r>
          </a:p>
          <a:p>
            <a:r>
              <a:t>Workload: Go microservice, 5-min startup</a:t>
            </a:r>
          </a:p>
          <a:p>
            <a:r>
              <a:t>Traffic: Vegeta simulated (legitimate + attack mix)</a:t>
            </a:r>
          </a:p>
          <a:p>
            <a:r>
              <a:t>Monitoring: Prometheus + Grafana + Hubble</a:t>
            </a:r>
          </a:p>
          <a:p>
            <a:r>
              <a:t>Autoscalers: KEDA + PredictKube + custom ML controller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Connection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Connection drops reduced by 72% with Cilium + autoscaler</a:t>
            </a:r>
          </a:p>
          <a:p>
            <a:r>
              <a:t>Predictive autoscaler reduced scaling lag by 54.8%</a:t>
            </a:r>
          </a:p>
          <a:p>
            <a:r>
              <a:t>ML forecast prevented unnecessary pod scaling during DDoS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ym typeface="+mn-ea"/>
              </a:rPr>
              <a:t>Scaling Performance at 500 RPS</a:t>
            </a:r>
            <a:endParaRPr>
              <a:sym typeface="+mn-ea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6002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Avg Pods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Timeout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Scale Lag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KEDA (Prometheus)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42s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PredictKube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-54.8%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DDoS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XDP pre-filter dropped malicious requests immediately</a:t>
            </a:r>
          </a:p>
          <a:p>
            <a:r>
              <a:t>Cilium network policies restricted attack propagation</a:t>
            </a:r>
          </a:p>
          <a:p>
            <a:r>
              <a:t>Observability via Hubble → real-time flow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Kubernetes autoscaling: HPA, KEDA</a:t>
            </a:r>
          </a:p>
          <a:p>
            <a:r>
              <a:t>eBPF and Cilium for cloud security</a:t>
            </a:r>
          </a:p>
          <a:p>
            <a:r>
              <a:t>DDoS detection and mitigation in cloud</a:t>
            </a:r>
          </a:p>
          <a:p>
            <a:r>
              <a:t>Predictive scaling for container workloads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Observability is critical → Grafana + Hubble</a:t>
            </a:r>
          </a:p>
          <a:p>
            <a:r>
              <a:t>Predictive scaling improves resource efficiency</a:t>
            </a:r>
          </a:p>
          <a:p>
            <a:r>
              <a:t>DDoS mitigation must integrate with scaling → avoid waste</a:t>
            </a:r>
          </a:p>
          <a:p>
            <a:r>
              <a:t>Cilium + eBPF ensures instant networking convergence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Hybrid predictive + reactive security-aware controller</a:t>
            </a:r>
          </a:p>
          <a:p>
            <a:r>
              <a:t>Multi-cloud deployment for resilience</a:t>
            </a:r>
          </a:p>
          <a:p>
            <a:r>
              <a:t>Chaos engineering to test autoscaler under attack</a:t>
            </a:r>
          </a:p>
          <a:p>
            <a:r>
              <a:t>Integrate anomaly detection for novel attacks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Cloud center security requires integrated network + scaling + observability</a:t>
            </a:r>
          </a:p>
          <a:p>
            <a:r>
              <a:t>Cilium + eBPF + ML autoscaler improves performance and mitigates DDoS</a:t>
            </a:r>
          </a:p>
          <a:p>
            <a:r>
              <a:t>Security-aware scaling ensures efficient resource use</a:t>
            </a:r>
          </a:p>
          <a:p>
            <a:r>
              <a:t>Architecture is extendable and observable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1290"/>
            <a:ext cx="8229600" cy="4695190"/>
          </a:xfrm>
        </p:spPr>
        <p:txBody>
          <a:bodyPr>
            <a:normAutofit fontScale="70000"/>
          </a:bodyPr>
          <a:lstStyle/>
          <a:p/>
          <a:p>
            <a:r>
              <a:t>Kubernetes Event-Driven Autoscaling (KEDA): https://keda.sh/</a:t>
            </a:r>
          </a:p>
          <a:p>
            <a:r>
              <a:t>Cilium: eBPF Networking for Kubernetes: https://cilium.io/</a:t>
            </a:r>
          </a:p>
          <a:p>
            <a:r>
              <a:t>Hubble: Observability for Cilium: https://cilium.io/hubble/</a:t>
            </a:r>
          </a:p>
          <a:p>
            <a:r>
              <a:t>DDoS Attack Detection &amp; Mitigation Survey, IEEE Access, 2022</a:t>
            </a:r>
          </a:p>
          <a:p>
            <a:r>
              <a:t>PredictKube: ML for Kubernetes Autoscaling: https://predictkube.com/</a:t>
            </a:r>
          </a:p>
          <a:p>
            <a:r>
              <a:t>eBPF Literature: BPF Performance and Applications, ACM 2020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76*144"/>
  <p:tag name="TABLE_ENDDRAG_RECT" val="36*126*576*14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3987</Words>
  <Application>WPS Presentation</Application>
  <PresentationFormat>On-screen Show (4:3)</PresentationFormat>
  <Paragraphs>158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Office Theme</vt:lpstr>
      <vt:lpstr>Cloud Center Security: Enhancing Kubernetes Security</vt:lpstr>
      <vt:lpstr>Motivation</vt:lpstr>
      <vt:lpstr>Problem Statement</vt:lpstr>
      <vt:lpstr>Objectives</vt:lpstr>
      <vt:lpstr>Architecture Overview</vt:lpstr>
      <vt:lpstr>Components</vt:lpstr>
      <vt:lpstr>DDoS Mitigation Workflow</vt:lpstr>
      <vt:lpstr>Predictive Scaling Model</vt:lpstr>
      <vt:lpstr>Key Features</vt:lpstr>
      <vt:lpstr>Experimental Setup</vt:lpstr>
      <vt:lpstr>Results: Connection Stability</vt:lpstr>
      <vt:lpstr>Scaling Performance at 500 RPS</vt:lpstr>
      <vt:lpstr>Results: DDoS Mitigation</vt:lpstr>
      <vt:lpstr>Related Work</vt:lpstr>
      <vt:lpstr>Lessons Learned</vt:lpstr>
      <vt:lpstr>Future Work</vt:lpstr>
      <vt:lpstr>Conclusion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johnwayne蒋</cp:lastModifiedBy>
  <cp:revision>4</cp:revision>
  <dcterms:created xsi:type="dcterms:W3CDTF">2025-12-02T21:04:36Z</dcterms:created>
  <dcterms:modified xsi:type="dcterms:W3CDTF">2025-12-02T21:04:36Z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4490F93A86FC5876F92526693E04B3FC_42</vt:lpwstr>
  </property>
  <property fmtid="{D5CDD505-2E9C-101B-9397-08002B2CF9AE}" pid="3" name="KSOProductBuildVer">
    <vt:lpwstr>1033-6.2.2.8394</vt:lpwstr>
  </property>
</Properties>
</file>